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2"/>
    <p:restoredTop sz="94718"/>
  </p:normalViewPr>
  <p:slideViewPr>
    <p:cSldViewPr snapToGrid="0">
      <p:cViewPr varScale="1">
        <p:scale>
          <a:sx n="110" d="100"/>
          <a:sy n="110" d="100"/>
        </p:scale>
        <p:origin x="18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C70A-B41A-20E3-BCA4-8DC95368B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2C3211-0CB9-A9DC-5F6F-D09C7C156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FD556-C42A-41C2-F960-C4FE640D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15188-AB9B-0DA4-7238-A91237F4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DBDF4-51B0-66E3-9629-EC240AD5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399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B1DB-105C-3471-B0F4-7DE35FE7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96969-4573-5543-D27C-8918B9AE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4CF8-3B09-020A-925D-93AA82B2F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B4224-9AAF-C3DE-42BE-3C7F0F27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AEE9-FC38-C6A4-C44F-9277FED4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0741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F91E4-5B64-10E4-40D0-12B3FD96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9A809-49E6-5564-E90A-31FC15104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27D9A-34ED-1F5A-01DB-D1AC680F4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2A624-ED0D-DB85-7FC6-764EFB57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BF0F7-8276-4302-E802-535FD18D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950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55F2-27AF-890E-5C0F-7F72FFA8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6C7D0-1A4E-EE05-760D-75F1F87EB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692CF-2A6E-1983-CC42-B2F99DDBE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2BF76-759E-1D4B-6805-D585CB96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FE422-FDBE-D13E-0B89-AB00C1062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86543-BE10-298D-DF4D-E9347573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534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8433-B578-0C80-9777-7BBAD57C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9367A-F9E0-8980-09AE-9F02370F7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DD5C6-737F-B570-E174-0B44F6534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CBC57-9AE6-D787-9B8B-2284A33BF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7F4BA-8178-B167-1B75-F25898D9E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2D853-7C40-6DC6-06D1-F7C026E1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1908F-E27F-3FBC-3ACD-8FF51054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2A0ADB-3232-B17E-CF4D-5FCE0367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094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532B-BBBD-6909-8702-BDF1C615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7088D4-F884-B502-C979-71C559B2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7C582-D386-48D1-AAD8-78FF9F29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365C1-AC24-E435-2916-9EB0254D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521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36FA6-E30D-D4DF-D51F-413283BC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62589-C437-ADA4-E293-3BD33C16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A4F2C-3CA3-9422-06FC-0B4CFEBA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622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7CC8-5418-F441-9FE7-DA50B371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07AF7-2F1D-60D0-0AE4-1B4F20656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1F117-655F-1AAE-54C7-D260BDBA0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036DF-27E0-150F-CFB7-6106B9087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33944-902F-587F-6E29-EB6C6385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0D23C-62DE-9B6D-0A4F-7B64941E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25720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467A-E2AB-6611-966F-4F56D4EC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5D78F-BE5C-5B28-5939-38BBE3BE35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79778-57E0-0A04-8186-C97B5C021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D0179-EE69-E6D0-FB1F-84C154C2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BC4D5-9A17-67E7-F35B-3899FEB8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D1FED-4CE6-0D9F-5259-92CA6F20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507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13FB-B98B-0927-BB4C-68EF59F7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67685-7AA9-59AF-1DC6-9F9E7CDA5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BF228-2653-32EF-0921-79A7C4BD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C80B7-55C0-16EF-3744-8976821D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0DE6E-6825-FC07-D88B-1CCC239F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8979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B96E9-A272-8CA5-0F63-CC5B828FD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84345-8D5D-6909-D223-903BFEE92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118F7-F88F-9CA5-9D92-6D6BA4C7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AD8A5-66D6-6E7D-E1B2-41C13B25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0C753-708A-08E2-2CF9-3E76E414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723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100501-285C-41B3-41F3-A55ECB1B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AAC8F-6D1A-D11F-2532-0E3DADBCF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6DAF8-E10A-8171-CF0F-0CA59B1D7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285BB-4B0E-8443-AECD-7B4854367AE2}" type="datetimeFigureOut">
              <a:rPr lang="en-NL" smtClean="0"/>
              <a:t>11/02/2026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A10FF-AEC3-F984-E827-767AFF3DC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D7B45-A3CB-78E1-FAE9-601916582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E11E0-3019-574F-A462-DD85D4AAD91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4213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1DDB5E-BA5C-D40D-8880-C269698D6917}"/>
              </a:ext>
            </a:extLst>
          </p:cNvPr>
          <p:cNvSpPr txBox="1"/>
          <p:nvPr/>
        </p:nvSpPr>
        <p:spPr>
          <a:xfrm>
            <a:off x="5028935" y="400297"/>
            <a:ext cx="1496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/>
              <a:t>SAMoSA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7CEB8-048C-EE6E-ACBC-3080E4AF4DFE}"/>
              </a:ext>
            </a:extLst>
          </p:cNvPr>
          <p:cNvSpPr txBox="1"/>
          <p:nvPr/>
        </p:nvSpPr>
        <p:spPr>
          <a:xfrm>
            <a:off x="963354" y="1391219"/>
            <a:ext cx="198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Param (defined in)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779760-149A-C7AF-926A-5188850F0859}"/>
              </a:ext>
            </a:extLst>
          </p:cNvPr>
          <p:cNvSpPr/>
          <p:nvPr/>
        </p:nvSpPr>
        <p:spPr>
          <a:xfrm>
            <a:off x="963354" y="1326995"/>
            <a:ext cx="2393163" cy="80288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A407A2-0903-F22D-80F2-E91C93A979CA}"/>
              </a:ext>
            </a:extLst>
          </p:cNvPr>
          <p:cNvSpPr txBox="1"/>
          <p:nvPr/>
        </p:nvSpPr>
        <p:spPr>
          <a:xfrm>
            <a:off x="963354" y="1760551"/>
            <a:ext cx="2299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  <a:r>
              <a:rPr lang="en-NL" dirty="0"/>
              <a:t>ead_param_XXXX.py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4D9BCF9-ABA8-C4BF-0ADC-E7E038EC848E}"/>
              </a:ext>
            </a:extLst>
          </p:cNvPr>
          <p:cNvSpPr/>
          <p:nvPr/>
        </p:nvSpPr>
        <p:spPr>
          <a:xfrm>
            <a:off x="3721959" y="1466388"/>
            <a:ext cx="2393163" cy="2895082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34C84-7EE2-E8A5-5A33-C343E4F4974F}"/>
              </a:ext>
            </a:extLst>
          </p:cNvPr>
          <p:cNvSpPr txBox="1"/>
          <p:nvPr/>
        </p:nvSpPr>
        <p:spPr>
          <a:xfrm>
            <a:off x="3833761" y="1512696"/>
            <a:ext cx="1536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Configuration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0A29048-8264-A0AF-93A4-F1C5F6DCAD75}"/>
              </a:ext>
            </a:extLst>
          </p:cNvPr>
          <p:cNvSpPr/>
          <p:nvPr/>
        </p:nvSpPr>
        <p:spPr>
          <a:xfrm>
            <a:off x="3582463" y="1247596"/>
            <a:ext cx="2605038" cy="545428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44BC85-CEA0-7C95-DA5F-0D43C2AA7334}"/>
              </a:ext>
            </a:extLst>
          </p:cNvPr>
          <p:cNvSpPr txBox="1"/>
          <p:nvPr/>
        </p:nvSpPr>
        <p:spPr>
          <a:xfrm>
            <a:off x="3908867" y="4903867"/>
            <a:ext cx="1064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Topology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9AF83E0-9076-7B8C-118D-7F3015AD5D4E}"/>
              </a:ext>
            </a:extLst>
          </p:cNvPr>
          <p:cNvSpPr/>
          <p:nvPr/>
        </p:nvSpPr>
        <p:spPr>
          <a:xfrm>
            <a:off x="3644408" y="1323795"/>
            <a:ext cx="5086185" cy="3382020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CA8E8C-A4C0-88D3-60FE-A564998A1630}"/>
              </a:ext>
            </a:extLst>
          </p:cNvPr>
          <p:cNvSpPr txBox="1"/>
          <p:nvPr/>
        </p:nvSpPr>
        <p:spPr>
          <a:xfrm>
            <a:off x="6568952" y="1386986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Dynamics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25ADD6-A0B8-FE39-9BE0-F5A6D6630485}"/>
              </a:ext>
            </a:extLst>
          </p:cNvPr>
          <p:cNvCxnSpPr>
            <a:cxnSpLocks/>
          </p:cNvCxnSpPr>
          <p:nvPr/>
        </p:nvCxnSpPr>
        <p:spPr>
          <a:xfrm>
            <a:off x="3046357" y="1697362"/>
            <a:ext cx="1023495" cy="328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C87C32-B765-7A7A-14FB-C1326E18C24C}"/>
              </a:ext>
            </a:extLst>
          </p:cNvPr>
          <p:cNvSpPr txBox="1"/>
          <p:nvPr/>
        </p:nvSpPr>
        <p:spPr>
          <a:xfrm>
            <a:off x="3833761" y="2025833"/>
            <a:ext cx="2262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r>
              <a:rPr lang="en-NL" dirty="0"/>
              <a:t>umerical data, either N, or Nsave X 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881549-8E65-D5BD-9D0C-88AD3C6E9591}"/>
              </a:ext>
            </a:extLst>
          </p:cNvPr>
          <p:cNvSpPr txBox="1"/>
          <p:nvPr/>
        </p:nvSpPr>
        <p:spPr>
          <a:xfrm>
            <a:off x="956191" y="2577494"/>
            <a:ext cx="2339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ReadData</a:t>
            </a:r>
            <a:r>
              <a:rPr lang="en-GB" dirty="0"/>
              <a:t> (defined in)</a:t>
            </a:r>
          </a:p>
          <a:p>
            <a:r>
              <a:rPr lang="en-GB" dirty="0"/>
              <a:t>r</a:t>
            </a:r>
            <a:r>
              <a:rPr lang="en-NL" dirty="0"/>
              <a:t>ead_data_csv.py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0DE6A9A-ED67-C8AA-DFC6-4564C32D6EAB}"/>
              </a:ext>
            </a:extLst>
          </p:cNvPr>
          <p:cNvSpPr/>
          <p:nvPr/>
        </p:nvSpPr>
        <p:spPr>
          <a:xfrm>
            <a:off x="929160" y="2499215"/>
            <a:ext cx="2393163" cy="80288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BCD181-8989-0223-DE3E-937A5C1EBEDD}"/>
              </a:ext>
            </a:extLst>
          </p:cNvPr>
          <p:cNvCxnSpPr>
            <a:cxnSpLocks/>
          </p:cNvCxnSpPr>
          <p:nvPr/>
        </p:nvCxnSpPr>
        <p:spPr>
          <a:xfrm flipV="1">
            <a:off x="3013497" y="2949163"/>
            <a:ext cx="820264" cy="143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BBD1615-8B83-84F8-5500-16B7A0B77B83}"/>
              </a:ext>
            </a:extLst>
          </p:cNvPr>
          <p:cNvSpPr txBox="1"/>
          <p:nvPr/>
        </p:nvSpPr>
        <p:spPr>
          <a:xfrm>
            <a:off x="1047473" y="3715342"/>
            <a:ext cx="1356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Geometry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23FD0DF-6637-E918-43D8-FF830FFB247B}"/>
              </a:ext>
            </a:extLst>
          </p:cNvPr>
          <p:cNvSpPr/>
          <p:nvPr/>
        </p:nvSpPr>
        <p:spPr>
          <a:xfrm>
            <a:off x="929160" y="3639323"/>
            <a:ext cx="2366133" cy="80288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AB4A53-0D02-B499-ED01-99F17375265E}"/>
              </a:ext>
            </a:extLst>
          </p:cNvPr>
          <p:cNvCxnSpPr>
            <a:cxnSpLocks/>
          </p:cNvCxnSpPr>
          <p:nvPr/>
        </p:nvCxnSpPr>
        <p:spPr>
          <a:xfrm flipH="1">
            <a:off x="2810107" y="3429000"/>
            <a:ext cx="1023654" cy="386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B52E543-B4FC-356B-686F-7C7B26C5584B}"/>
              </a:ext>
            </a:extLst>
          </p:cNvPr>
          <p:cNvSpPr/>
          <p:nvPr/>
        </p:nvSpPr>
        <p:spPr>
          <a:xfrm>
            <a:off x="963354" y="4663893"/>
            <a:ext cx="2366133" cy="80288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DADAFB-F98D-ED78-2A66-38D736D63FB5}"/>
              </a:ext>
            </a:extLst>
          </p:cNvPr>
          <p:cNvSpPr txBox="1"/>
          <p:nvPr/>
        </p:nvSpPr>
        <p:spPr>
          <a:xfrm>
            <a:off x="1039371" y="4748786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Interaction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8491B5-316B-66B5-987A-710C73DD3D5D}"/>
              </a:ext>
            </a:extLst>
          </p:cNvPr>
          <p:cNvCxnSpPr>
            <a:cxnSpLocks/>
          </p:cNvCxnSpPr>
          <p:nvPr/>
        </p:nvCxnSpPr>
        <p:spPr>
          <a:xfrm flipH="1">
            <a:off x="2927051" y="3928325"/>
            <a:ext cx="1023734" cy="987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BC52BA0-DE3A-A792-107E-C22F49E93C77}"/>
              </a:ext>
            </a:extLst>
          </p:cNvPr>
          <p:cNvSpPr/>
          <p:nvPr/>
        </p:nvSpPr>
        <p:spPr>
          <a:xfrm>
            <a:off x="942674" y="5751495"/>
            <a:ext cx="2366133" cy="80288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7B40A3-9644-CC68-7410-D1042BBBCD22}"/>
              </a:ext>
            </a:extLst>
          </p:cNvPr>
          <p:cNvSpPr txBox="1"/>
          <p:nvPr/>
        </p:nvSpPr>
        <p:spPr>
          <a:xfrm>
            <a:off x="1047473" y="5850456"/>
            <a:ext cx="94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CellList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38053C-ACF9-F962-9A8D-BA2F7AA0E811}"/>
              </a:ext>
            </a:extLst>
          </p:cNvPr>
          <p:cNvCxnSpPr>
            <a:cxnSpLocks/>
          </p:cNvCxnSpPr>
          <p:nvPr/>
        </p:nvCxnSpPr>
        <p:spPr>
          <a:xfrm flipH="1">
            <a:off x="2933768" y="4121383"/>
            <a:ext cx="1030451" cy="2031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CDA7C5F-1A9E-4476-8C0A-285595B86026}"/>
              </a:ext>
            </a:extLst>
          </p:cNvPr>
          <p:cNvSpPr txBox="1"/>
          <p:nvPr/>
        </p:nvSpPr>
        <p:spPr>
          <a:xfrm>
            <a:off x="3833761" y="2933699"/>
            <a:ext cx="164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Analysis on single time point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B3B255-5B05-9340-C334-01C6E7A1800B}"/>
              </a:ext>
            </a:extLst>
          </p:cNvPr>
          <p:cNvSpPr txBox="1"/>
          <p:nvPr/>
        </p:nvSpPr>
        <p:spPr>
          <a:xfrm>
            <a:off x="3852721" y="3916660"/>
            <a:ext cx="2187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Child configurations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908E06-98F3-1F7F-446A-E8DFF3D534A0}"/>
              </a:ext>
            </a:extLst>
          </p:cNvPr>
          <p:cNvSpPr txBox="1"/>
          <p:nvPr/>
        </p:nvSpPr>
        <p:spPr>
          <a:xfrm>
            <a:off x="6327594" y="1861597"/>
            <a:ext cx="22253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Calculates any analysis on multiple time points:</a:t>
            </a:r>
          </a:p>
          <a:p>
            <a:endParaRPr lang="en-NL" dirty="0"/>
          </a:p>
          <a:p>
            <a:r>
              <a:rPr lang="en-NL" dirty="0"/>
              <a:t>Glassy and active </a:t>
            </a:r>
            <a:r>
              <a:rPr lang="en-GB" dirty="0"/>
              <a:t>t</a:t>
            </a:r>
            <a:r>
              <a:rPr lang="en-NL" dirty="0"/>
              <a:t>ime correlation functions</a:t>
            </a:r>
          </a:p>
          <a:p>
            <a:endParaRPr lang="en-NL" dirty="0"/>
          </a:p>
          <a:p>
            <a:r>
              <a:rPr lang="en-NL" dirty="0"/>
              <a:t>Mode projections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E5694BB-3CE8-0380-A733-85DC29180DEC}"/>
              </a:ext>
            </a:extLst>
          </p:cNvPr>
          <p:cNvSpPr/>
          <p:nvPr/>
        </p:nvSpPr>
        <p:spPr>
          <a:xfrm>
            <a:off x="9118846" y="1392564"/>
            <a:ext cx="2393163" cy="80288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667DD1-D781-6401-EB2A-1E22226AA04F}"/>
              </a:ext>
            </a:extLst>
          </p:cNvPr>
          <p:cNvSpPr txBox="1"/>
          <p:nvPr/>
        </p:nvSpPr>
        <p:spPr>
          <a:xfrm>
            <a:off x="9710051" y="1656501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Hessian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050482-B83A-0B5E-B11D-9C2A589A1191}"/>
              </a:ext>
            </a:extLst>
          </p:cNvPr>
          <p:cNvCxnSpPr/>
          <p:nvPr/>
        </p:nvCxnSpPr>
        <p:spPr>
          <a:xfrm flipV="1">
            <a:off x="8285356" y="1861597"/>
            <a:ext cx="1260088" cy="204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3480212-C64F-9E03-FE0C-30EDB594CA9C}"/>
              </a:ext>
            </a:extLst>
          </p:cNvPr>
          <p:cNvSpPr/>
          <p:nvPr/>
        </p:nvSpPr>
        <p:spPr>
          <a:xfrm>
            <a:off x="6327594" y="4782824"/>
            <a:ext cx="2393163" cy="1778026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5D85B4-59E1-EE9D-1842-E690B85902A8}"/>
              </a:ext>
            </a:extLst>
          </p:cNvPr>
          <p:cNvSpPr txBox="1"/>
          <p:nvPr/>
        </p:nvSpPr>
        <p:spPr>
          <a:xfrm>
            <a:off x="6781977" y="4749387"/>
            <a:ext cx="1308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Tesselation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28C2BBF-286C-F80C-3441-134E5FE98F5F}"/>
              </a:ext>
            </a:extLst>
          </p:cNvPr>
          <p:cNvCxnSpPr>
            <a:cxnSpLocks/>
          </p:cNvCxnSpPr>
          <p:nvPr/>
        </p:nvCxnSpPr>
        <p:spPr>
          <a:xfrm>
            <a:off x="5383687" y="5065337"/>
            <a:ext cx="11852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C5468A2-0392-533E-1683-CA698606454A}"/>
              </a:ext>
            </a:extLst>
          </p:cNvPr>
          <p:cNvSpPr txBox="1"/>
          <p:nvPr/>
        </p:nvSpPr>
        <p:spPr>
          <a:xfrm>
            <a:off x="6543270" y="5065337"/>
            <a:ext cx="19618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NL" dirty="0"/>
              <a:t>akes triangular mesh and dual tesselation using delaunay, convex hull or contacts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D55BBCC-0271-A824-D585-5AB0EDF8471D}"/>
              </a:ext>
            </a:extLst>
          </p:cNvPr>
          <p:cNvSpPr/>
          <p:nvPr/>
        </p:nvSpPr>
        <p:spPr>
          <a:xfrm>
            <a:off x="8860850" y="4811094"/>
            <a:ext cx="2393163" cy="1778026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19598D-4F24-A1EB-1228-21DBF5AB8291}"/>
              </a:ext>
            </a:extLst>
          </p:cNvPr>
          <p:cNvSpPr txBox="1"/>
          <p:nvPr/>
        </p:nvSpPr>
        <p:spPr>
          <a:xfrm>
            <a:off x="9364127" y="4811094"/>
            <a:ext cx="961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Defects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2B8CFF-3B8D-B12B-853C-E3CCD26E6558}"/>
              </a:ext>
            </a:extLst>
          </p:cNvPr>
          <p:cNvSpPr txBox="1"/>
          <p:nvPr/>
        </p:nvSpPr>
        <p:spPr>
          <a:xfrm>
            <a:off x="8989565" y="5131952"/>
            <a:ext cx="24045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Use loops of tesselation to compute charges.</a:t>
            </a:r>
          </a:p>
          <a:p>
            <a:r>
              <a:rPr lang="en-NL" dirty="0"/>
              <a:t>Keep nonzero ones</a:t>
            </a:r>
          </a:p>
          <a:p>
            <a:r>
              <a:rPr lang="en-NL" dirty="0"/>
              <a:t>Merge defects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25B480E-9791-A655-D320-45BD29031D70}"/>
              </a:ext>
            </a:extLst>
          </p:cNvPr>
          <p:cNvCxnSpPr>
            <a:cxnSpLocks/>
          </p:cNvCxnSpPr>
          <p:nvPr/>
        </p:nvCxnSpPr>
        <p:spPr>
          <a:xfrm>
            <a:off x="5522489" y="6219788"/>
            <a:ext cx="38416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90EA91C-F74C-578A-1613-40B466332B9D}"/>
              </a:ext>
            </a:extLst>
          </p:cNvPr>
          <p:cNvCxnSpPr>
            <a:cxnSpLocks/>
          </p:cNvCxnSpPr>
          <p:nvPr/>
        </p:nvCxnSpPr>
        <p:spPr>
          <a:xfrm>
            <a:off x="8285356" y="4916138"/>
            <a:ext cx="11852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9C32F97-9504-623E-5DAB-4E88047F0F3E}"/>
              </a:ext>
            </a:extLst>
          </p:cNvPr>
          <p:cNvSpPr txBox="1"/>
          <p:nvPr/>
        </p:nvSpPr>
        <p:spPr>
          <a:xfrm>
            <a:off x="3714488" y="5265260"/>
            <a:ext cx="2325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Gets Defects</a:t>
            </a:r>
          </a:p>
          <a:p>
            <a:r>
              <a:rPr lang="en-GB" dirty="0"/>
              <a:t>Computes radial averages on spheres</a:t>
            </a:r>
            <a:endParaRPr lang="en-NL" dirty="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2134A46D-674C-B2B9-3A60-3B948BD2DDBA}"/>
              </a:ext>
            </a:extLst>
          </p:cNvPr>
          <p:cNvSpPr/>
          <p:nvPr/>
        </p:nvSpPr>
        <p:spPr>
          <a:xfrm>
            <a:off x="9118845" y="2516310"/>
            <a:ext cx="2393163" cy="1568364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B8518F-5BEA-F113-38E8-C33BE46EC321}"/>
              </a:ext>
            </a:extLst>
          </p:cNvPr>
          <p:cNvSpPr txBox="1"/>
          <p:nvPr/>
        </p:nvSpPr>
        <p:spPr>
          <a:xfrm>
            <a:off x="9929154" y="2545514"/>
            <a:ext cx="792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Writer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C8BD33-16EC-6DEF-7AF4-7DB5A22DD44A}"/>
              </a:ext>
            </a:extLst>
          </p:cNvPr>
          <p:cNvSpPr txBox="1"/>
          <p:nvPr/>
        </p:nvSpPr>
        <p:spPr>
          <a:xfrm>
            <a:off x="9260189" y="2929160"/>
            <a:ext cx="1898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NL" dirty="0"/>
              <a:t>rite positions / fields or defects or tiling to vtk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9046BD5-8857-E63C-17CB-FF01FB92864C}"/>
              </a:ext>
            </a:extLst>
          </p:cNvPr>
          <p:cNvCxnSpPr/>
          <p:nvPr/>
        </p:nvCxnSpPr>
        <p:spPr>
          <a:xfrm flipV="1">
            <a:off x="8143573" y="2773999"/>
            <a:ext cx="1260088" cy="204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DDC1C2C-5292-AC91-9653-81B54CE185A7}"/>
              </a:ext>
            </a:extLst>
          </p:cNvPr>
          <p:cNvCxnSpPr>
            <a:cxnSpLocks/>
          </p:cNvCxnSpPr>
          <p:nvPr/>
        </p:nvCxnSpPr>
        <p:spPr>
          <a:xfrm flipV="1">
            <a:off x="5383687" y="3639323"/>
            <a:ext cx="3980440" cy="12525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85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117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Silke Henkes</dc:creator>
  <cp:lastModifiedBy>Silke Henkes</cp:lastModifiedBy>
  <cp:revision>17</cp:revision>
  <dcterms:created xsi:type="dcterms:W3CDTF">2026-02-11T13:28:45Z</dcterms:created>
  <dcterms:modified xsi:type="dcterms:W3CDTF">2026-02-11T15:01:25Z</dcterms:modified>
</cp:coreProperties>
</file>